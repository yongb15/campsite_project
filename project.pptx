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0" r:id="rId2"/>
    <p:sldId id="259" r:id="rId3"/>
    <p:sldId id="257" r:id="rId4"/>
    <p:sldId id="256" r:id="rId5"/>
    <p:sldId id="258" r:id="rId6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456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클릭하여 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1F492C-5E29-453F-B14D-6214D919D720}" type="datetimeFigureOut">
              <a:rPr lang="ko-KR" altLang="en-US" smtClean="0"/>
              <a:t>2024-08-09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91DE0D-68DD-4694-86B4-A0DD8263152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051852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1F492C-5E29-453F-B14D-6214D919D720}" type="datetimeFigureOut">
              <a:rPr lang="ko-KR" altLang="en-US" smtClean="0"/>
              <a:t>2024-08-09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91DE0D-68DD-4694-86B4-A0DD8263152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185424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1F492C-5E29-453F-B14D-6214D919D720}" type="datetimeFigureOut">
              <a:rPr lang="ko-KR" altLang="en-US" smtClean="0"/>
              <a:t>2024-08-09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91DE0D-68DD-4694-86B4-A0DD8263152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242597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1F492C-5E29-453F-B14D-6214D919D720}" type="datetimeFigureOut">
              <a:rPr lang="ko-KR" altLang="en-US" smtClean="0"/>
              <a:t>2024-08-09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91DE0D-68DD-4694-86B4-A0DD8263152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087724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1F492C-5E29-453F-B14D-6214D919D720}" type="datetimeFigureOut">
              <a:rPr lang="ko-KR" altLang="en-US" smtClean="0"/>
              <a:t>2024-08-09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91DE0D-68DD-4694-86B4-A0DD8263152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831139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1F492C-5E29-453F-B14D-6214D919D720}" type="datetimeFigureOut">
              <a:rPr lang="ko-KR" altLang="en-US" smtClean="0"/>
              <a:t>2024-08-09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91DE0D-68DD-4694-86B4-A0DD8263152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902202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1F492C-5E29-453F-B14D-6214D919D720}" type="datetimeFigureOut">
              <a:rPr lang="ko-KR" altLang="en-US" smtClean="0"/>
              <a:t>2024-08-09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91DE0D-68DD-4694-86B4-A0DD8263152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442195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1F492C-5E29-453F-B14D-6214D919D720}" type="datetimeFigureOut">
              <a:rPr lang="ko-KR" altLang="en-US" smtClean="0"/>
              <a:t>2024-08-09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91DE0D-68DD-4694-86B4-A0DD8263152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607876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1F492C-5E29-453F-B14D-6214D919D720}" type="datetimeFigureOut">
              <a:rPr lang="ko-KR" altLang="en-US" smtClean="0"/>
              <a:t>2024-08-09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91DE0D-68DD-4694-86B4-A0DD8263152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20380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1F492C-5E29-453F-B14D-6214D919D720}" type="datetimeFigureOut">
              <a:rPr lang="ko-KR" altLang="en-US" smtClean="0"/>
              <a:t>2024-08-09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91DE0D-68DD-4694-86B4-A0DD8263152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587851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1F492C-5E29-453F-B14D-6214D919D720}" type="datetimeFigureOut">
              <a:rPr lang="ko-KR" altLang="en-US" smtClean="0"/>
              <a:t>2024-08-09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91DE0D-68DD-4694-86B4-A0DD8263152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583853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B1F492C-5E29-453F-B14D-6214D919D720}" type="datetimeFigureOut">
              <a:rPr lang="ko-KR" altLang="en-US" smtClean="0"/>
              <a:t>2024-08-09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B91DE0D-68DD-4694-86B4-A0DD8263152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464342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552956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4366" y="509800"/>
            <a:ext cx="4029884" cy="242813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668348" y="1131148"/>
            <a:ext cx="427905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smtClean="0"/>
              <a:t>문제</a:t>
            </a:r>
            <a:endParaRPr lang="en-US" altLang="ko-KR" dirty="0" smtClean="0"/>
          </a:p>
          <a:p>
            <a:r>
              <a:rPr lang="ko-KR" altLang="en-US" dirty="0" smtClean="0"/>
              <a:t>회원의 </a:t>
            </a:r>
            <a:r>
              <a:rPr lang="en-US" altLang="ko-KR" dirty="0" smtClean="0"/>
              <a:t>ID</a:t>
            </a:r>
            <a:r>
              <a:rPr lang="ko-KR" altLang="en-US" dirty="0" smtClean="0"/>
              <a:t>를 </a:t>
            </a:r>
            <a:r>
              <a:rPr lang="en-US" altLang="ko-KR" dirty="0" smtClean="0"/>
              <a:t>DB</a:t>
            </a:r>
            <a:r>
              <a:rPr lang="ko-KR" altLang="en-US" dirty="0" smtClean="0"/>
              <a:t>에 추가하고 싶었는데 </a:t>
            </a:r>
            <a:r>
              <a:rPr lang="en-US" altLang="ko-KR" dirty="0" smtClean="0"/>
              <a:t>ID</a:t>
            </a:r>
            <a:r>
              <a:rPr lang="ko-KR" altLang="en-US" dirty="0" smtClean="0"/>
              <a:t>의 값을 </a:t>
            </a:r>
            <a:r>
              <a:rPr lang="en-US" altLang="ko-KR" dirty="0" smtClean="0"/>
              <a:t>Controller</a:t>
            </a:r>
            <a:r>
              <a:rPr lang="ko-KR" altLang="en-US" dirty="0" smtClean="0"/>
              <a:t>에서 </a:t>
            </a:r>
            <a:r>
              <a:rPr lang="en-US" altLang="ko-KR" dirty="0" smtClean="0"/>
              <a:t>ID</a:t>
            </a:r>
            <a:r>
              <a:rPr lang="ko-KR" altLang="en-US" dirty="0" smtClean="0"/>
              <a:t>값을 </a:t>
            </a:r>
            <a:r>
              <a:rPr lang="ko-KR" altLang="en-US" dirty="0" err="1" smtClean="0"/>
              <a:t>못가져옴</a:t>
            </a:r>
            <a:endParaRPr lang="ko-KR" altLang="en-US" dirty="0"/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4366" y="3306742"/>
            <a:ext cx="4248743" cy="29531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668348" y="3001893"/>
            <a:ext cx="427905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smtClean="0"/>
              <a:t>해결</a:t>
            </a:r>
            <a:endParaRPr lang="en-US" altLang="ko-KR" dirty="0" smtClean="0"/>
          </a:p>
          <a:p>
            <a:r>
              <a:rPr lang="en-US" altLang="ko-KR" dirty="0" smtClean="0"/>
              <a:t>Action</a:t>
            </a:r>
            <a:r>
              <a:rPr lang="ko-KR" altLang="en-US" dirty="0" smtClean="0"/>
              <a:t>에서 </a:t>
            </a:r>
            <a:r>
              <a:rPr lang="en-US" altLang="ko-KR" dirty="0" smtClean="0"/>
              <a:t>id</a:t>
            </a:r>
            <a:r>
              <a:rPr lang="ko-KR" altLang="en-US" dirty="0" smtClean="0"/>
              <a:t>를 보내고</a:t>
            </a:r>
            <a:endParaRPr lang="en-US" altLang="ko-KR" dirty="0"/>
          </a:p>
          <a:p>
            <a:endParaRPr lang="en-US" altLang="ko-KR" dirty="0" smtClean="0"/>
          </a:p>
          <a:p>
            <a:r>
              <a:rPr lang="en-US" altLang="ko-KR" dirty="0" smtClean="0"/>
              <a:t>Controller</a:t>
            </a:r>
            <a:r>
              <a:rPr lang="ko-KR" altLang="en-US" dirty="0" smtClean="0"/>
              <a:t>에서 </a:t>
            </a:r>
            <a:r>
              <a:rPr lang="en-US" altLang="ko-KR" dirty="0" smtClean="0"/>
              <a:t>id</a:t>
            </a:r>
            <a:r>
              <a:rPr lang="ko-KR" altLang="en-US" dirty="0" smtClean="0"/>
              <a:t>의 값을 직접 변경을 해줌</a:t>
            </a:r>
            <a:r>
              <a:rPr lang="en-US" altLang="ko-KR" dirty="0" smtClean="0"/>
              <a:t>!</a:t>
            </a:r>
            <a:endParaRPr lang="ko-KR" altLang="en-US" dirty="0"/>
          </a:p>
        </p:txBody>
      </p:sp>
      <p:pic>
        <p:nvPicPr>
          <p:cNvPr id="8" name="그림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4656" y="3892409"/>
            <a:ext cx="5772956" cy="20195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50456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6748330" y="1553865"/>
            <a:ext cx="4055919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/>
              <a:t>문제</a:t>
            </a:r>
            <a:endParaRPr lang="en-US" altLang="ko-KR" dirty="0" smtClean="0"/>
          </a:p>
          <a:p>
            <a:r>
              <a:rPr lang="ko-KR" altLang="en-US" dirty="0" smtClean="0"/>
              <a:t>에러 메시지</a:t>
            </a:r>
            <a:r>
              <a:rPr lang="en-US" altLang="ko-KR" dirty="0"/>
              <a:t> </a:t>
            </a:r>
            <a:r>
              <a:rPr lang="ko-KR" altLang="en-US" dirty="0" smtClean="0"/>
              <a:t>출력할 때 날짜를 클릭 </a:t>
            </a:r>
            <a:endParaRPr lang="en-US" altLang="ko-KR" dirty="0" smtClean="0"/>
          </a:p>
          <a:p>
            <a:r>
              <a:rPr lang="ko-KR" altLang="en-US" dirty="0" smtClean="0"/>
              <a:t>안하고 클릭할 시 </a:t>
            </a:r>
            <a:r>
              <a:rPr lang="ko-KR" altLang="en-US" dirty="0" err="1" smtClean="0"/>
              <a:t>디비에</a:t>
            </a:r>
            <a:r>
              <a:rPr lang="ko-KR" altLang="en-US" dirty="0" smtClean="0"/>
              <a:t> 바로 넘어감</a:t>
            </a:r>
            <a:endParaRPr lang="en-US" altLang="ko-KR" dirty="0" smtClean="0"/>
          </a:p>
          <a:p>
            <a:endParaRPr lang="en-US" altLang="ko-KR" dirty="0"/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5903" y="2289369"/>
            <a:ext cx="5890164" cy="1330741"/>
          </a:xfrm>
          <a:prstGeom prst="rect">
            <a:avLst/>
          </a:prstGeom>
        </p:spPr>
      </p:pic>
      <p:sp>
        <p:nvSpPr>
          <p:cNvPr id="7" name="직사각형 6"/>
          <p:cNvSpPr/>
          <p:nvPr/>
        </p:nvSpPr>
        <p:spPr>
          <a:xfrm>
            <a:off x="6671734" y="4067370"/>
            <a:ext cx="6096000" cy="1754326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ko-KR" altLang="en-US" dirty="0"/>
              <a:t>해결</a:t>
            </a:r>
            <a:endParaRPr lang="en-US" altLang="ko-KR" dirty="0"/>
          </a:p>
          <a:p>
            <a:r>
              <a:rPr lang="ko-KR" altLang="en-US" dirty="0" err="1"/>
              <a:t>디비에</a:t>
            </a:r>
            <a:r>
              <a:rPr lang="ko-KR" altLang="en-US" dirty="0"/>
              <a:t> </a:t>
            </a:r>
            <a:r>
              <a:rPr lang="en-US" altLang="ko-KR" dirty="0"/>
              <a:t>“DATE”</a:t>
            </a:r>
            <a:r>
              <a:rPr lang="ko-KR" altLang="en-US" dirty="0"/>
              <a:t>컬럼에 </a:t>
            </a:r>
            <a:r>
              <a:rPr lang="en-US" altLang="ko-KR" dirty="0"/>
              <a:t>not null </a:t>
            </a:r>
            <a:r>
              <a:rPr lang="ko-KR" altLang="en-US" dirty="0"/>
              <a:t>추가와</a:t>
            </a:r>
            <a:endParaRPr lang="en-US" altLang="ko-KR" dirty="0"/>
          </a:p>
          <a:p>
            <a:r>
              <a:rPr lang="ko-KR" altLang="en-US" dirty="0"/>
              <a:t>눌렀을 때 컨트롤러에서 </a:t>
            </a:r>
            <a:r>
              <a:rPr lang="en-US" altLang="ko-KR" dirty="0"/>
              <a:t>if</a:t>
            </a:r>
            <a:r>
              <a:rPr lang="ko-KR" altLang="en-US" dirty="0"/>
              <a:t>문을 추가해 </a:t>
            </a:r>
            <a:r>
              <a:rPr lang="en-US" altLang="ko-KR" dirty="0"/>
              <a:t>Date</a:t>
            </a:r>
            <a:r>
              <a:rPr lang="ko-KR" altLang="en-US" dirty="0"/>
              <a:t>에</a:t>
            </a:r>
            <a:endParaRPr lang="en-US" altLang="ko-KR" dirty="0"/>
          </a:p>
          <a:p>
            <a:r>
              <a:rPr lang="ko-KR" altLang="en-US" dirty="0"/>
              <a:t>값을 비교하여 </a:t>
            </a:r>
            <a:r>
              <a:rPr lang="en-US" altLang="ko-KR" dirty="0"/>
              <a:t>null</a:t>
            </a:r>
            <a:r>
              <a:rPr lang="ko-KR" altLang="en-US" dirty="0"/>
              <a:t>일 경우 해당 </a:t>
            </a:r>
            <a:r>
              <a:rPr lang="ko-KR" altLang="en-US" dirty="0" err="1"/>
              <a:t>에러메세지</a:t>
            </a:r>
            <a:r>
              <a:rPr lang="ko-KR" altLang="en-US" dirty="0"/>
              <a:t> 출력</a:t>
            </a:r>
            <a:endParaRPr lang="en-US" altLang="ko-KR" dirty="0"/>
          </a:p>
          <a:p>
            <a:r>
              <a:rPr lang="ko-KR" altLang="en-US" dirty="0"/>
              <a:t>과 함께 </a:t>
            </a:r>
            <a:r>
              <a:rPr lang="en-US" altLang="ko-KR" dirty="0" err="1"/>
              <a:t>RedirectView</a:t>
            </a:r>
            <a:r>
              <a:rPr lang="ko-KR" altLang="en-US" dirty="0"/>
              <a:t>를 통해 </a:t>
            </a:r>
            <a:r>
              <a:rPr lang="en-US" altLang="ko-KR" dirty="0" err="1"/>
              <a:t>reservation_form</a:t>
            </a:r>
            <a:r>
              <a:rPr lang="ko-KR" altLang="en-US" dirty="0"/>
              <a:t>으로</a:t>
            </a:r>
            <a:endParaRPr lang="en-US" altLang="ko-KR" dirty="0"/>
          </a:p>
          <a:p>
            <a:r>
              <a:rPr lang="ko-KR" altLang="en-US" dirty="0"/>
              <a:t>보냄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3936451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7637" y="336317"/>
            <a:ext cx="5522896" cy="1974507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460067" y="1968533"/>
            <a:ext cx="526939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/>
              <a:t>문제</a:t>
            </a:r>
            <a:endParaRPr lang="en-US" altLang="ko-KR" dirty="0" smtClean="0"/>
          </a:p>
          <a:p>
            <a:r>
              <a:rPr lang="en-US" altLang="ko-KR" dirty="0" smtClean="0"/>
              <a:t>Main </a:t>
            </a:r>
            <a:r>
              <a:rPr lang="ko-KR" altLang="en-US" dirty="0" smtClean="0"/>
              <a:t>페이지에서 예약하기를 </a:t>
            </a:r>
            <a:r>
              <a:rPr lang="ko-KR" altLang="en-US" dirty="0" err="1" smtClean="0"/>
              <a:t>클릭시</a:t>
            </a:r>
            <a:r>
              <a:rPr lang="ko-KR" altLang="en-US" dirty="0" smtClean="0"/>
              <a:t> 오류가 발생</a:t>
            </a:r>
            <a:endParaRPr lang="en-US" altLang="ko-KR" dirty="0" smtClean="0"/>
          </a:p>
          <a:p>
            <a:r>
              <a:rPr lang="ko-KR" altLang="en-US" dirty="0" smtClean="0"/>
              <a:t>발생 이유는 </a:t>
            </a:r>
            <a:r>
              <a:rPr lang="en-US" altLang="ko-KR" dirty="0" err="1" smtClean="0"/>
              <a:t>vo</a:t>
            </a:r>
            <a:r>
              <a:rPr lang="ko-KR" altLang="en-US" dirty="0" smtClean="0"/>
              <a:t>에 </a:t>
            </a:r>
            <a:r>
              <a:rPr lang="en-US" altLang="ko-KR" dirty="0" smtClean="0"/>
              <a:t>null </a:t>
            </a:r>
            <a:r>
              <a:rPr lang="ko-KR" altLang="en-US" dirty="0" smtClean="0"/>
              <a:t>이 들어가기 때문</a:t>
            </a:r>
            <a:endParaRPr lang="ko-KR" alt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6460066" y="3289333"/>
            <a:ext cx="578914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/>
              <a:t>해결</a:t>
            </a:r>
            <a:endParaRPr lang="en-US" altLang="ko-KR" dirty="0" smtClean="0"/>
          </a:p>
          <a:p>
            <a:r>
              <a:rPr lang="en-US" altLang="ko-KR" dirty="0" smtClean="0"/>
              <a:t>Vo</a:t>
            </a:r>
            <a:r>
              <a:rPr lang="ko-KR" altLang="en-US" dirty="0" smtClean="0"/>
              <a:t>가 </a:t>
            </a:r>
            <a:r>
              <a:rPr lang="en-US" altLang="ko-KR" dirty="0" smtClean="0"/>
              <a:t>null</a:t>
            </a:r>
            <a:r>
              <a:rPr lang="ko-KR" altLang="en-US" dirty="0" smtClean="0"/>
              <a:t>일 경우 에러메세지를 추가 후 메인 페이지로</a:t>
            </a:r>
            <a:endParaRPr lang="en-US" altLang="ko-KR" dirty="0" smtClean="0"/>
          </a:p>
          <a:p>
            <a:r>
              <a:rPr lang="ko-KR" altLang="en-US" dirty="0" smtClean="0"/>
              <a:t>이동</a:t>
            </a:r>
            <a:endParaRPr lang="ko-KR" altLang="en-US" dirty="0"/>
          </a:p>
        </p:txBody>
      </p:sp>
      <p:pic>
        <p:nvPicPr>
          <p:cNvPr id="11" name="그림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7637" y="2845682"/>
            <a:ext cx="5522896" cy="28634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15631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379" y="551822"/>
            <a:ext cx="5870554" cy="1143415"/>
          </a:xfrm>
          <a:prstGeom prst="rect">
            <a:avLst/>
          </a:prstGeom>
        </p:spPr>
      </p:pic>
      <p:sp>
        <p:nvSpPr>
          <p:cNvPr id="8" name="직사각형 7"/>
          <p:cNvSpPr/>
          <p:nvPr/>
        </p:nvSpPr>
        <p:spPr>
          <a:xfrm>
            <a:off x="242379" y="685800"/>
            <a:ext cx="5709688" cy="13546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Box 9"/>
          <p:cNvSpPr txBox="1"/>
          <p:nvPr/>
        </p:nvSpPr>
        <p:spPr>
          <a:xfrm>
            <a:off x="6646334" y="568867"/>
            <a:ext cx="12747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Input </a:t>
            </a:r>
            <a:r>
              <a:rPr lang="ko-KR" altLang="en-US" dirty="0" smtClean="0"/>
              <a:t>추가</a:t>
            </a:r>
            <a:endParaRPr lang="ko-KR" altLang="en-US" dirty="0"/>
          </a:p>
        </p:txBody>
      </p:sp>
      <p:pic>
        <p:nvPicPr>
          <p:cNvPr id="11" name="그림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2379" y="2263201"/>
            <a:ext cx="4296375" cy="63826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646334" y="2078535"/>
            <a:ext cx="41496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JS</a:t>
            </a:r>
            <a:r>
              <a:rPr lang="ko-KR" altLang="en-US" dirty="0" smtClean="0"/>
              <a:t>추가 </a:t>
            </a:r>
            <a:r>
              <a:rPr lang="en-US" altLang="ko-KR" dirty="0" smtClean="0"/>
              <a:t>error</a:t>
            </a:r>
            <a:r>
              <a:rPr lang="ko-KR" altLang="en-US" dirty="0" smtClean="0"/>
              <a:t>가 존재할 경우 </a:t>
            </a:r>
            <a:r>
              <a:rPr lang="en-US" altLang="ko-KR" dirty="0" smtClean="0"/>
              <a:t>alert </a:t>
            </a:r>
            <a:r>
              <a:rPr lang="ko-KR" altLang="en-US" dirty="0" smtClean="0"/>
              <a:t>실행</a:t>
            </a:r>
            <a:r>
              <a:rPr lang="en-US" altLang="ko-KR" dirty="0" smtClean="0"/>
              <a:t>!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1599652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230</TotalTime>
  <Words>115</Words>
  <Application>Microsoft Office PowerPoint</Application>
  <PresentationFormat>와이드스크린</PresentationFormat>
  <Paragraphs>23</Paragraphs>
  <Slides>5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8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admin</dc:creator>
  <cp:lastModifiedBy>admin</cp:lastModifiedBy>
  <cp:revision>40</cp:revision>
  <dcterms:created xsi:type="dcterms:W3CDTF">2024-08-07T10:12:14Z</dcterms:created>
  <dcterms:modified xsi:type="dcterms:W3CDTF">2024-08-09T12:10:47Z</dcterms:modified>
</cp:coreProperties>
</file>