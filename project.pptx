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F492C-5E29-453F-B14D-6214D919D720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1DE0D-68DD-4694-86B4-A0DD826315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5185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F492C-5E29-453F-B14D-6214D919D720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1DE0D-68DD-4694-86B4-A0DD826315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8542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F492C-5E29-453F-B14D-6214D919D720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1DE0D-68DD-4694-86B4-A0DD826315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4259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F492C-5E29-453F-B14D-6214D919D720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1DE0D-68DD-4694-86B4-A0DD826315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772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F492C-5E29-453F-B14D-6214D919D720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1DE0D-68DD-4694-86B4-A0DD826315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3113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F492C-5E29-453F-B14D-6214D919D720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1DE0D-68DD-4694-86B4-A0DD826315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0220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F492C-5E29-453F-B14D-6214D919D720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1DE0D-68DD-4694-86B4-A0DD826315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4219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F492C-5E29-453F-B14D-6214D919D720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1DE0D-68DD-4694-86B4-A0DD826315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0787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F492C-5E29-453F-B14D-6214D919D720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1DE0D-68DD-4694-86B4-A0DD826315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38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F492C-5E29-453F-B14D-6214D919D720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1DE0D-68DD-4694-86B4-A0DD826315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8785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F492C-5E29-453F-B14D-6214D919D720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1DE0D-68DD-4694-86B4-A0DD826315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8385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1F492C-5E29-453F-B14D-6214D919D720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91DE0D-68DD-4694-86B4-A0DD826315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3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3048000" y="474345"/>
            <a:ext cx="6096000" cy="59093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dirty="0" smtClean="0"/>
              <a:t>문제점</a:t>
            </a:r>
          </a:p>
          <a:p>
            <a:r>
              <a:rPr lang="ko-KR" altLang="en-US" dirty="0" smtClean="0"/>
              <a:t>직접 </a:t>
            </a:r>
            <a:r>
              <a:rPr lang="ko-KR" altLang="en-US" dirty="0" err="1" smtClean="0"/>
              <a:t>session.id를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JavaScript</a:t>
            </a:r>
            <a:r>
              <a:rPr lang="ko-KR" altLang="en-US" dirty="0" smtClean="0"/>
              <a:t> 코드에 삽입하면 </a:t>
            </a:r>
            <a:r>
              <a:rPr lang="ko-KR" altLang="en-US" dirty="0" err="1" smtClean="0"/>
              <a:t>Thymeleaf</a:t>
            </a:r>
            <a:r>
              <a:rPr lang="ko-KR" altLang="en-US" dirty="0" smtClean="0"/>
              <a:t> 템플릿이 서버 측에서 </a:t>
            </a:r>
            <a:r>
              <a:rPr lang="ko-KR" altLang="en-US" dirty="0" err="1" smtClean="0"/>
              <a:t>렌더링되는</a:t>
            </a:r>
            <a:r>
              <a:rPr lang="ko-KR" altLang="en-US" dirty="0" smtClean="0"/>
              <a:t> 동안 </a:t>
            </a:r>
            <a:r>
              <a:rPr lang="ko-KR" altLang="en-US" dirty="0" err="1" smtClean="0"/>
              <a:t>session.id가</a:t>
            </a:r>
            <a:r>
              <a:rPr lang="ko-KR" altLang="en-US" dirty="0" smtClean="0"/>
              <a:t> 올바르게 채워지지 않을 수 있습니다.</a:t>
            </a:r>
          </a:p>
          <a:p>
            <a:endParaRPr lang="ko-KR" altLang="en-US" dirty="0" smtClean="0"/>
          </a:p>
          <a:p>
            <a:r>
              <a:rPr lang="ko-KR" altLang="en-US" dirty="0" smtClean="0"/>
              <a:t>해결책</a:t>
            </a:r>
          </a:p>
          <a:p>
            <a:r>
              <a:rPr lang="ko-KR" altLang="en-US" dirty="0" smtClean="0"/>
              <a:t>session.id 값을 </a:t>
            </a:r>
            <a:r>
              <a:rPr lang="ko-KR" altLang="en-US" dirty="0" err="1" smtClean="0"/>
              <a:t>HTML에</a:t>
            </a:r>
            <a:r>
              <a:rPr lang="ko-KR" altLang="en-US" dirty="0" smtClean="0"/>
              <a:t> 삽입한 후, </a:t>
            </a:r>
            <a:r>
              <a:rPr lang="ko-KR" altLang="en-US" dirty="0" err="1" smtClean="0"/>
              <a:t>JavaScript에서</a:t>
            </a:r>
            <a:r>
              <a:rPr lang="ko-KR" altLang="en-US" dirty="0" smtClean="0"/>
              <a:t> 이 값을 읽는 방식으로 처리합니다. 이를 통해 서버 측에서 세션 </a:t>
            </a:r>
            <a:r>
              <a:rPr lang="ko-KR" altLang="en-US" dirty="0" err="1" smtClean="0"/>
              <a:t>ID를</a:t>
            </a:r>
            <a:r>
              <a:rPr lang="ko-KR" altLang="en-US" dirty="0" smtClean="0"/>
              <a:t> 렌더링하고 클라이언트 측에서 </a:t>
            </a:r>
            <a:r>
              <a:rPr lang="ko-KR" altLang="en-US" dirty="0" err="1" smtClean="0"/>
              <a:t>JavaScript가</a:t>
            </a:r>
            <a:r>
              <a:rPr lang="ko-KR" altLang="en-US" dirty="0" smtClean="0"/>
              <a:t> 이를 읽을 수 있도록 합니다.</a:t>
            </a:r>
          </a:p>
          <a:p>
            <a:endParaRPr lang="ko-KR" altLang="en-US" dirty="0" smtClean="0"/>
          </a:p>
          <a:p>
            <a:r>
              <a:rPr lang="ko-KR" altLang="en-US" dirty="0" err="1" smtClean="0"/>
              <a:t>Thymeleaf</a:t>
            </a:r>
            <a:r>
              <a:rPr lang="ko-KR" altLang="en-US" dirty="0" smtClean="0"/>
              <a:t> 템플릿에서 세션 </a:t>
            </a:r>
            <a:r>
              <a:rPr lang="ko-KR" altLang="en-US" dirty="0" err="1" smtClean="0"/>
              <a:t>ID를</a:t>
            </a:r>
            <a:r>
              <a:rPr lang="ko-KR" altLang="en-US" dirty="0" smtClean="0"/>
              <a:t> HTML 요소의 </a:t>
            </a:r>
            <a:r>
              <a:rPr lang="ko-KR" altLang="en-US" dirty="0" err="1" smtClean="0"/>
              <a:t>data</a:t>
            </a:r>
            <a:r>
              <a:rPr lang="ko-KR" altLang="en-US" dirty="0" smtClean="0"/>
              <a:t>-* 속성에 저장합니다.</a:t>
            </a:r>
          </a:p>
          <a:p>
            <a:r>
              <a:rPr lang="ko-KR" altLang="en-US" dirty="0" err="1" smtClean="0"/>
              <a:t>JavaScript에서</a:t>
            </a:r>
            <a:r>
              <a:rPr lang="ko-KR" altLang="en-US" dirty="0" smtClean="0"/>
              <a:t> 이 </a:t>
            </a:r>
            <a:r>
              <a:rPr lang="ko-KR" altLang="en-US" dirty="0" err="1" smtClean="0"/>
              <a:t>data</a:t>
            </a:r>
            <a:r>
              <a:rPr lang="ko-KR" altLang="en-US" dirty="0" smtClean="0"/>
              <a:t>-* 속성을 읽어 세션 </a:t>
            </a:r>
            <a:r>
              <a:rPr lang="ko-KR" altLang="en-US" dirty="0" err="1" smtClean="0"/>
              <a:t>ID를</a:t>
            </a:r>
            <a:r>
              <a:rPr lang="ko-KR" altLang="en-US" dirty="0" smtClean="0"/>
              <a:t> 사용합니다.</a:t>
            </a:r>
          </a:p>
          <a:p>
            <a:endParaRPr lang="ko-KR" altLang="en-US" dirty="0" smtClean="0"/>
          </a:p>
          <a:p>
            <a:r>
              <a:rPr lang="ko-KR" altLang="en-US" dirty="0" smtClean="0"/>
              <a:t>문제: </a:t>
            </a:r>
            <a:r>
              <a:rPr lang="ko-KR" altLang="en-US" dirty="0" err="1" smtClean="0"/>
              <a:t>JavaScript가</a:t>
            </a:r>
            <a:r>
              <a:rPr lang="ko-KR" altLang="en-US" dirty="0" smtClean="0"/>
              <a:t> HTML 요소의 데이터 속성을 직접 읽지 않으면 세션 </a:t>
            </a:r>
            <a:r>
              <a:rPr lang="ko-KR" altLang="en-US" dirty="0" err="1" smtClean="0"/>
              <a:t>ID를</a:t>
            </a:r>
            <a:r>
              <a:rPr lang="ko-KR" altLang="en-US" dirty="0" smtClean="0"/>
              <a:t> 사용할 수 없습니다.</a:t>
            </a:r>
          </a:p>
          <a:p>
            <a:endParaRPr lang="ko-KR" altLang="en-US" dirty="0" smtClean="0"/>
          </a:p>
          <a:p>
            <a:r>
              <a:rPr lang="ko-KR" altLang="en-US" dirty="0" smtClean="0"/>
              <a:t>해결: </a:t>
            </a:r>
            <a:r>
              <a:rPr lang="ko-KR" altLang="en-US" dirty="0" err="1" smtClean="0"/>
              <a:t>data</a:t>
            </a:r>
            <a:r>
              <a:rPr lang="ko-KR" altLang="en-US" dirty="0" smtClean="0"/>
              <a:t>-* 속성에 저장된 세션 </a:t>
            </a:r>
            <a:r>
              <a:rPr lang="ko-KR" altLang="en-US" dirty="0" err="1" smtClean="0"/>
              <a:t>ID를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JavaScript에서</a:t>
            </a:r>
            <a:r>
              <a:rPr lang="ko-KR" altLang="en-US" dirty="0" smtClean="0"/>
              <a:t> 읽어서 사용하는 방법을 사용합니다.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15631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113</Words>
  <Application>Microsoft Office PowerPoint</Application>
  <PresentationFormat>와이드스크린</PresentationFormat>
  <Paragraphs>12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</dc:creator>
  <cp:lastModifiedBy>admin</cp:lastModifiedBy>
  <cp:revision>3</cp:revision>
  <dcterms:created xsi:type="dcterms:W3CDTF">2024-08-07T10:12:14Z</dcterms:created>
  <dcterms:modified xsi:type="dcterms:W3CDTF">2024-08-07T12:03:18Z</dcterms:modified>
</cp:coreProperties>
</file>